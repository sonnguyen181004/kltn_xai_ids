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31b558b534ece" /><Relationship Type="http://schemas.openxmlformats.org/officeDocument/2006/relationships/extended-properties" Target="/docProps/app.xml" Id="R7d9297670e494a9b" /><Relationship Type="http://schemas.openxmlformats.org/officeDocument/2006/relationships/officeDocument" Target="/ppt/presentation.xml" Id="R835dd9ac7bec45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caca53cc5b4831"/>
  </p:sldMasterIdLst>
  <p:notesMasterIdLst>
    <p:notesMasterId xmlns:r="http://schemas.openxmlformats.org/officeDocument/2006/relationships" r:id="Rd2bc05a0b2134aae"/>
  </p:notesMasterIdLst>
  <p:sldIdLst>
    <p:sldId xmlns:r="http://schemas.openxmlformats.org/officeDocument/2006/relationships" id="256" r:id="R763acc2aa120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ec80f6c7fe4a52" /><Relationship Type="http://schemas.openxmlformats.org/officeDocument/2006/relationships/slideMaster" Target="/ppt/slideMasters/slideMaster1.xml" Id="Rf5caca53cc5b4831" /><Relationship Type="http://schemas.openxmlformats.org/officeDocument/2006/relationships/notesMaster" Target="/ppt/notesMasters/notesMaster1.xml" Id="Rd2bc05a0b2134aae" /><Relationship Type="http://schemas.openxmlformats.org/officeDocument/2006/relationships/presProps" Target="/ppt/presProps.xml" Id="R9e268e6e4eef41e6" /><Relationship Type="http://schemas.openxmlformats.org/officeDocument/2006/relationships/tableStyles" Target="/ppt/tableStyles.xml" Id="R2e99d0abdaaa4734" /><Relationship Type="http://schemas.openxmlformats.org/officeDocument/2006/relationships/slide" Target="/ppt/slides/slide1.xml" Id="R763acc2aa120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b5ad8a1204a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d9adbea4544dc6" /><Relationship Type="http://schemas.openxmlformats.org/officeDocument/2006/relationships/notesMaster" Target="/ppt/notesMasters/notesMaster1.xml" Id="R840045015d7443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RQ1_docx/Bao_Cao_Tong_Hop_Thuc_Nghiem_RQ1_RandomForest_XGBoost.docx, mục 1.1. CSE-CIC-IDS2018 gồm 3.500.000 dòng đã chuẩn hóa, 78 đặc trưng; train/test 80/20 theo phân tầng; các lớp hiếm được giữ đúng tỷ lệ.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17ad1b022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5b9ad108e4e90" /><Relationship Type="http://schemas.openxmlformats.org/officeDocument/2006/relationships/slideLayout" Target="/ppt/slideLayouts/slideLayout1.xml" Id="Rcc26c6f07ef8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6c6f07ef8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818b611484018" /><Relationship Type="http://schemas.openxmlformats.org/officeDocument/2006/relationships/notesSlide" Target="/ppt/notesSlides/notesSlide1.xml" Id="R1a0e8cd424f744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2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EA2F3-88A5-4CF5-A973-5154D615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1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C31C2-74FD-4B90-913A-2F6513FC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A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BD33B-D12B-4600-8DA8-935B607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6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CA7E8-0C9E-484B-8CC8-875C618E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"/>
            <a:ext cx="4762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433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0F4C0-6B60-4CD8-B1B8-5F3FBD12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"/>
            <a:ext cx="419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DATASET VÀ QUY TRÌNH XỬ LÝ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18885-4936-4E07-9287-A4C8C48D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8141A"/>
          </a:solidFill>
          <a:ln xmlns:a="http://schemas.openxmlformats.org/drawingml/2006/main" w="0">
            <a:solidFill>
              <a:srgbClr val="E9F7F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229FE-8465-4440-97E8-21D01326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24025"/>
            <a:ext cx="2933700" cy="35052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07101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85081-0F27-4E12-8C36-67F6035E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0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AF4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4F5"/>
                </a:solidFill>
                <a:latin typeface="Arial"/>
                <a:ea typeface="Arial"/>
                <a:cs typeface="Arial"/>
              </a:rPr>
              <a:t>CSE-CIC-IDS2018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A8402-07AD-4A4C-8A5E-37AC9B15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2419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3,5 TRIỆU</a:t>
            </a:r>
          </a:p>
          <a:p xmlns:a="http://schemas.openxmlformats.org/drawingml/2006/main">
            <a:pPr>
              <a:defRPr sz="2475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LUỒNG MẠNG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B0A35-6F36-4672-8D0A-4EDD80EE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AD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ADD"/>
                </a:solidFill>
                <a:latin typeface="Arial"/>
                <a:ea typeface="Arial"/>
                <a:cs typeface="Arial"/>
              </a:rPr>
              <a:t>78 đặc trưng chuẩn hóa</a:t>
            </a:r>
          </a:p>
          <a:p xmlns:a="http://schemas.openxmlformats.org/drawingml/2006/main">
            <a:pPr>
              <a:defRPr sz="1350">
                <a:solidFill>
                  <a:srgbClr val="C6DAD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ADD"/>
                </a:solidFill>
                <a:latin typeface="Arial"/>
                <a:ea typeface="Arial"/>
                <a:cs typeface="Arial"/>
              </a:rPr>
              <a:t>15 nhãn phân loại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4A12F-2409-47BE-A997-0BDED72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388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A6C1C6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A6C1C6"/>
                </a:solidFill>
                <a:latin typeface="Arial"/>
                <a:ea typeface="Arial"/>
                <a:cs typeface="Arial"/>
              </a:rPr>
              <a:t>Nguồn dữ liệu cho thực nghiệm RQ1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D7CBF-DCEA-4ACE-A11A-6EFF74E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14600"/>
            <a:ext cx="17907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2D8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CD123-76A4-4E5F-A839-E370EA0C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76650"/>
            <a:ext cx="17907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2D8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202AA-48CD-4FAA-A8F7-6C4098E1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17907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92D8D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03EBE-A46B-4359-BED6-993FDB4F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B5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C9C4C-7DAA-4F94-BDB4-174EB9CE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0FA44-7814-4954-88A3-15C4BCD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6692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F7F8"/>
                </a:solidFill>
                <a:latin typeface="Arial"/>
                <a:ea typeface="Arial"/>
                <a:cs typeface="Arial"/>
              </a:rPr>
              <a:t>CHUẨN HÓA DỮ LIỆU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8F406-E301-4C99-9390-7B5DFED3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4333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7DCD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7DCDF"/>
                </a:solidFill>
                <a:latin typeface="Arial"/>
                <a:ea typeface="Arial"/>
                <a:cs typeface="Arial"/>
              </a:rPr>
              <a:t>3,5 triệu luồng mạng</a:t>
            </a:r>
          </a:p>
          <a:p xmlns:a="http://schemas.openxmlformats.org/drawingml/2006/main">
            <a:pPr>
              <a:defRPr sz="1275">
                <a:solidFill>
                  <a:srgbClr val="C7DCD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7DCDF"/>
                </a:solidFill>
                <a:latin typeface="Arial"/>
                <a:ea typeface="Arial"/>
                <a:cs typeface="Arial"/>
              </a:rPr>
              <a:t>78 đặc trưng đầu vào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E31E4-1B79-4642-963D-ACF620A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992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B5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2AFE9-9CE7-4573-9A40-9CF750B3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FEFAF-6215-4D6C-8B22-974254C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2897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F7F8"/>
                </a:solidFill>
                <a:latin typeface="Arial"/>
                <a:ea typeface="Arial"/>
                <a:cs typeface="Arial"/>
              </a:rPr>
              <a:t>CHIA TẬP PHÂN TẦNG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8811D-B903-492E-87C4-0B25F97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4333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7DCD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7DCDF"/>
                </a:solidFill>
                <a:latin typeface="Arial"/>
                <a:ea typeface="Arial"/>
                <a:cs typeface="Arial"/>
              </a:rPr>
              <a:t>Train: 2,8 triệu (80%)</a:t>
            </a:r>
          </a:p>
          <a:p xmlns:a="http://schemas.openxmlformats.org/drawingml/2006/main">
            <a:pPr>
              <a:defRPr sz="1275">
                <a:solidFill>
                  <a:srgbClr val="C7DCD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7DCDF"/>
                </a:solidFill>
                <a:latin typeface="Arial"/>
                <a:ea typeface="Arial"/>
                <a:cs typeface="Arial"/>
              </a:rPr>
              <a:t>Test độc lập: 700.000 (20%)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D5873-B40B-4BA7-9A21-A69A37A0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719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B5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E50C1-F005-4CCF-92F6-87D4FB86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01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8E8E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E8E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97798-A872-489A-BF3A-DBDFF2F7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91025"/>
            <a:ext cx="423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F7F8"/>
                </a:solidFill>
                <a:latin typeface="Arial"/>
                <a:ea typeface="Arial"/>
                <a:cs typeface="Arial"/>
              </a:rPr>
              <a:t>BẢO TOÀN LỚP HIẾM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ABEF8-8EAE-412B-9668-1B954539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43450"/>
            <a:ext cx="4333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C7DCD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7DCDF"/>
                </a:solidFill>
                <a:latin typeface="Arial"/>
                <a:ea typeface="Arial"/>
                <a:cs typeface="Arial"/>
              </a:rPr>
              <a:t>Giữ đúng tỷ lệ 80/20</a:t>
            </a:r>
          </a:p>
          <a:p xmlns:a="http://schemas.openxmlformats.org/drawingml/2006/main">
            <a:pPr>
              <a:defRPr sz="1275">
                <a:solidFill>
                  <a:srgbClr val="C7DCD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7DCDF"/>
                </a:solidFill>
                <a:latin typeface="Arial"/>
                <a:ea typeface="Arial"/>
                <a:cs typeface="Arial"/>
              </a:rPr>
              <a:t>SQLi, XSS, Web BF, LOIC-UDP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D341A-0AD2-4EF5-84D6-7B729762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762625"/>
            <a:ext cx="5857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364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75E64-C5FD-4E99-8CAB-052D7387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05500"/>
            <a:ext cx="542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2EEF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2EEF0"/>
                </a:solidFill>
                <a:latin typeface="Arial"/>
                <a:ea typeface="Arial"/>
                <a:cs typeface="Arial"/>
              </a:rPr>
              <a:t>Tập test được cô lập hoàn toàn: không dùng để tiền xử lý hoặc tinh chỉnh siêu tham số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7DF32-9396-4FFE-A296-0DD0D509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DB4B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8DB4BA"/>
                </a:solidFill>
                <a:latin typeface="Arial"/>
                <a:ea typeface="Arial"/>
                <a:cs typeface="Arial"/>
              </a:rPr>
              <a:t>RQ1 · CSE-CIC-IDS2018 · Báo cáo thực nghiệm tổng hợp</a:t>
            </a:r>
          </a:p>
        </p:txBody>
      </p:sp>
    </p:spTree>
    <p:extLst>
      <p:ext uri="{BB962C8B-B14F-4D97-AF65-F5344CB8AC3E}">
        <p14:creationId xmlns:p14="http://schemas.microsoft.com/office/powerpoint/2010/main" val="234853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2026-09-20T16:46:42.3530000Z</dcterms:created>
  <dcterms:modified xsi:type="dcterms:W3CDTF">2026-09-20T16:46:42.3530000Z</dcterms:modified>
</coreProperties>
</file>